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שלוקח חלק פעיל בסדר היום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 ולאומי,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87288" y="1143000"/>
            <a:ext cx="5592927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87288" y="1234440"/>
            <a:ext cx="5592927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7288" y="1691640"/>
            <a:ext cx="5592927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1" y="1143000"/>
            <a:ext cx="5592927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1" y="1234440"/>
            <a:ext cx="5592927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1" y="1691640"/>
            <a:ext cx="5592927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822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איש קבוע. תפקיד חדש, או בשילוב עם איש התוכן או עוזר המנכ״ל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80" y="5230368"/>
            <a:ext cx="6339535" cy="457200"/>
          </a:xfrm>
          <a:prstGeom prst="roundRect">
            <a:avLst>
              <a:gd name="adj" fmla="val 3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0" y="5230368"/>
            <a:ext cx="5973775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22755"/>
                </a:solidFill>
                <a:latin typeface="Heebo"/>
                <a:cs typeface="Heebo"/>
              </a:rPr>
              <a:t>תגמול ליום כנסת: 300 ₪ חצי יום · 450 ₪ יום מלא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80" y="5230368"/>
            <a:ext cx="6339535" cy="457200"/>
          </a:xfrm>
          <a:prstGeom prst="roundRect">
            <a:avLst>
              <a:gd name="adj" fmla="val 3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0" y="5230368"/>
            <a:ext cx="5973775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22755"/>
                </a:solidFill>
                <a:latin typeface="Heebo"/>
                <a:cs typeface="Heebo"/>
              </a:rPr>
              <a:t>תגמול ליום כנסת: 400 ₪ חצי יום · 600 ₪ יום מלא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5917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5917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7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60139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9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0139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1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1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1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