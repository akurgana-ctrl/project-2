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5" name="Oval 124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7" name="Oval 126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29" name="Oval 128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