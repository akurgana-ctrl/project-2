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כח התערבות · כנסת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1024128"/>
            <a:ext cx="11368735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716207" y="1371600"/>
            <a:ext cx="45720" cy="4572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5016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אודליה קדמי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5016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1038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 w="15875">
            <a:solidFill>
              <a:srgbClr val="8A94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1038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038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חינוך וזהות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060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 w="15875">
            <a:solidFill>
              <a:srgbClr val="8A94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7060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7060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התיישבות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3082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 w="15875">
            <a:solidFill>
              <a:srgbClr val="8A94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3082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082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משפט וחוקה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9104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 w="15875">
            <a:solidFill>
              <a:srgbClr val="8A94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9104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9104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כלכלה ויוקר מחיה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5126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 w="15875">
            <a:solidFill>
              <a:srgbClr val="8A94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5126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126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עלייה וקליטה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 w="15875">
            <a:solidFill>
              <a:srgbClr val="8A94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לאומי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89807" y="2679192"/>
            <a:ext cx="5212080" cy="304495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907127" y="2395728"/>
            <a:ext cx="2377440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220559" y="2468880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07127" y="2450592"/>
            <a:ext cx="2377440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07127" y="2707538"/>
            <a:ext cx="2377440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982815" y="3255264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546439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82815" y="3255264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אלתר כהן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282031" y="3255264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845655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82031" y="3255264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581247" y="3255264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144871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581247" y="3255264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982815" y="3657600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546439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82815" y="3657600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282031" y="3657600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845655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82031" y="3657600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581247" y="3657600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144871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581247" y="3657600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982815" y="4059936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546439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982815" y="4059936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282031" y="4059936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845655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282031" y="4059936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581247" y="4059936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144871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581247" y="4059936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982815" y="4462272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546439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982815" y="4462272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282031" y="4462272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845655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282031" y="4462272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581247" y="4462272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144871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581247" y="4462272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982815" y="4864608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546439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982815" y="4864608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282031" y="4864608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845655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282031" y="4864608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3581247" y="4864608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144871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581247" y="4864608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982815" y="5266944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546439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982815" y="5266944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282031" y="5266944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845655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282031" y="5266944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581247" y="5266944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5144871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581247" y="5266944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חגי כהן קלונימוס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6095847" y="1901952"/>
            <a:ext cx="0" cy="25603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6095847" y="2157984"/>
            <a:ext cx="0" cy="237744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זמינות במבנה הארגוני הקיים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כל אדם צבוע לפי רמת הזמינות שלו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1024128"/>
            <a:ext cx="11368735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אודליה קדמי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038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038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חינוך וזהות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7060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060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060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התיישבות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082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082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82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משפט וחוקה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9104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9104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104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כלכלה ויוקר מחיה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5126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126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126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עלייה וקליטה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לאומי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89807" y="2679192"/>
            <a:ext cx="5212080" cy="304495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907127" y="2395728"/>
            <a:ext cx="2377440" cy="566928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07127" y="2450592"/>
            <a:ext cx="2377440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07127" y="2707538"/>
            <a:ext cx="2377440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82815" y="3255264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82815" y="3255264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אלתר כהן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282031" y="3255264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82031" y="3255264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581247" y="3255264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81247" y="3255264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982815" y="3657600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82815" y="3657600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282031" y="3657600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282031" y="3657600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581247" y="3657600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81247" y="3657600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982815" y="4059936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82815" y="4059936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282031" y="4059936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82031" y="4059936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81247" y="4059936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81247" y="4059936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982815" y="4462272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982815" y="4462272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282031" y="4462272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282031" y="4462272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581247" y="4462272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81247" y="4462272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982815" y="4864608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82815" y="4864608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282031" y="4864608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282031" y="4864608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581247" y="4864608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81247" y="4864608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982815" y="5266944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982815" y="5266944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282031" y="5266944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282031" y="5266944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581247" y="5266944"/>
            <a:ext cx="1627632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81247" y="5266944"/>
            <a:ext cx="162763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חגי כהן קלונימוס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6095847" y="1901952"/>
            <a:ext cx="0" cy="25603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6095847" y="2157984"/>
            <a:ext cx="0" cy="237744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11594592" y="6492240"/>
            <a:ext cx="146304" cy="146304"/>
          </a:xfrm>
          <a:prstGeom prst="ellipse">
            <a:avLst/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469880" y="6419088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זמינות גבוהה</a:t>
            </a:r>
          </a:p>
        </p:txBody>
      </p:sp>
      <p:sp>
        <p:nvSpPr>
          <p:cNvPr id="74" name="Oval 73"/>
          <p:cNvSpPr/>
          <p:nvPr/>
        </p:nvSpPr>
        <p:spPr>
          <a:xfrm>
            <a:off x="10268712" y="6492240"/>
            <a:ext cx="146304" cy="146304"/>
          </a:xfrm>
          <a:prstGeom prst="ellipse">
            <a:avLst/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144000" y="6419088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זמינות בינונית</a:t>
            </a:r>
          </a:p>
        </p:txBody>
      </p:sp>
      <p:sp>
        <p:nvSpPr>
          <p:cNvPr id="76" name="Oval 75"/>
          <p:cNvSpPr/>
          <p:nvPr/>
        </p:nvSpPr>
        <p:spPr>
          <a:xfrm>
            <a:off x="8942832" y="6492240"/>
            <a:ext cx="146304" cy="14630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818120" y="6419088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זמינות נמוכה</a:t>
            </a:r>
          </a:p>
        </p:txBody>
      </p:sp>
      <p:sp>
        <p:nvSpPr>
          <p:cNvPr id="78" name="Oval 77"/>
          <p:cNvSpPr/>
          <p:nvPr/>
        </p:nvSpPr>
        <p:spPr>
          <a:xfrm>
            <a:off x="7616952" y="6492240"/>
            <a:ext cx="146304" cy="146304"/>
          </a:xfrm>
          <a:prstGeom prst="ellipse">
            <a:avLst/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492240" y="6419088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טרם הוזן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