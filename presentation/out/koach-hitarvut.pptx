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כח התערבות · כנסת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1024128"/>
            <a:ext cx="11368735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1620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7642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103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03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7060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3664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060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060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082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9686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082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082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9104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5708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9104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104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512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1730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512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12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87752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5847" y="1901952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907127" y="210312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220559" y="217627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07127" y="215798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07127" y="238475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43031" y="3182112"/>
            <a:ext cx="4637181" cy="296265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272901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586333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72901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2901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52773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624764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252773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43622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115613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743622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234471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606462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34471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252773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624764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252773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743622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115613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43622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234471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606462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34471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252773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624764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252773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743622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115613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43622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234471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606462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234471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252773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624764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252773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743622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115613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743622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234471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606462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234471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252773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1624764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252773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743622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115613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43622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234471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606462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234471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0252773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24764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252773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743622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115613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743622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234471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606462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234471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777257" y="3182112"/>
            <a:ext cx="3091454" cy="215798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4134264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447696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134264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34264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359560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713263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359560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868697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222400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868697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359560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713263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359560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868697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222400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868697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359560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713263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59560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868697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222400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868697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359560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713263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359560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868697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5222400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868697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11483" y="3182112"/>
            <a:ext cx="3091454" cy="25603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768490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081922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68490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68490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1993786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347489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993786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93786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02923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856626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02923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02923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1993786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347489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993786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993786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02923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856626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02923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02923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1993786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347489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993786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02923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56626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02923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1993786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3347489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993786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502923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1856626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02923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1993786" y="5285232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347489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1993786" y="5285232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6095847" y="2615184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1957210" y="2770632"/>
            <a:ext cx="7504411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9461621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5322984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1957210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1024128"/>
            <a:ext cx="11368735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901952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210312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15798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38475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43031" y="3182112"/>
            <a:ext cx="4637181" cy="296265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272901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2901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2901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252773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52773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43622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43622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34471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34471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252773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52773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743622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43622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34471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34471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52773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52773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743622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43622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234471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34471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252773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52773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743622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43622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234471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34471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252773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52773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743622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743622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34471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34471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252773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52773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743622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743622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234471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234471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777257" y="3182112"/>
            <a:ext cx="3091454" cy="215798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134264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34264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34264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359560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359560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868697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868697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359560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359560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868697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868697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359560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59560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868697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868697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59560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359560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868697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868697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11483" y="3182112"/>
            <a:ext cx="3091454" cy="25603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768490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68490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68490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993786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993786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993786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02923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02923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02923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993786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993786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993786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02923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02923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02923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993786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993786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02923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02923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993786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993786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02923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02923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993786" y="5285232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993786" y="5285232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6095847" y="2615184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1957210" y="2770632"/>
            <a:ext cx="7504411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9461621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5322984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1957210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Oval 124"/>
          <p:cNvSpPr/>
          <p:nvPr/>
        </p:nvSpPr>
        <p:spPr>
          <a:xfrm>
            <a:off x="11594592" y="6492240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46988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27" name="Oval 126"/>
          <p:cNvSpPr/>
          <p:nvPr/>
        </p:nvSpPr>
        <p:spPr>
          <a:xfrm>
            <a:off x="10268712" y="6492240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4400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29" name="Oval 128"/>
          <p:cNvSpPr/>
          <p:nvPr/>
        </p:nvSpPr>
        <p:spPr>
          <a:xfrm>
            <a:off x="8942832" y="6492240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81812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31" name="Oval 130"/>
          <p:cNvSpPr/>
          <p:nvPr/>
        </p:nvSpPr>
        <p:spPr>
          <a:xfrm>
            <a:off x="7616952" y="6492240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49224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