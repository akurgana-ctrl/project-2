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אידיאלי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צוות מלא בשכר מלא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25,600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307,200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1,600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5917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55768" y="103327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5768" y="1033272"/>
            <a:ext cx="128016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המלצה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0139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כ-5 שותפים מייסדים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4361" y="6080760"/>
            <a:ext cx="327141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מימון: כ-4 שותפים מייסדים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 · שותף מייסד = 5,000 ₪ בחודש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