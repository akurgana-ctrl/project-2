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9000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22431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30991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80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9000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22431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30991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80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9000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07063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22431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30991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880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9000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07063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22431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991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1880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9000" y="5963031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707063" y="6054471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22431" y="6063043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30991" y="6063043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1880" y="5963031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1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9544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464912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472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1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1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9544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4912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3472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1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1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49544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464912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73472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1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49544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464912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73472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1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1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49544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64912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73472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1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1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9544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464912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73472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1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1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9544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464912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73472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1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 · מייסד, ראש תחום כלכלה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רפורמת נשק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מודלים מהעולם ונתוני ביטחון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ושדולת האזרח החמוש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לביטחון לאומי לשינוי מבחני הזכאות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בוועדה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תיקון חוק כלי הירייה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אישור טסלה: נהיגה אוטונומית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הרגולציה בעולם ועלות העיכוב לישראל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פגישה עם משרד התחבורה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הכלכלה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שאילתה: לוח זמנים לאישור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תוכן: כמה עולה לנו הרגולציה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איש תוכן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 · ראש תחום 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נתוני רישוי ואירועים שנבלמו בידי אזרחים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יו"ר לשדולה וסגנים מהקואליציה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רישום השדולה והשקה בכנסת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כנס ראשון עם השר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חודש שני למושב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קבוע אחר מדיניות הרישוי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משפטי: ההגנות הקיימות והפערים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תמר ארבל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משפטי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נציג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א׳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הגנה עצמית: זכות יסוד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המודל האמריקאי מול הדין בישראל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חזקת הגנה עצמית וחסינות מהעמדה לדין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ותמיר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נציג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הבעיה והחקיקה הקיימת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 והמלצות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המדע והטכנולוגיה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הצעת חוק או תיקון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ביטוח לאומי: איסור העברת כספים לחו״ל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מיפוי: אילו תשלומים יוצאים לחו״ל ובאיזה היקף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 ולביטוח לאומי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תיקון לחוק הביטוח הלאומי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משפטי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ב׳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ניתוח המסמך והצעת תיקונים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טל קופל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שולחן עגול עם אנשי מילואים ורבנים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החוץ והביטחון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הביטחון ולרמטכ״ל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תמיר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מדיניות: אילו מדדים ולמה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מחקר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הצגת ההמלצות למשרד החינוך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החינוך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ופרסום שנתי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איש תוכן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אמנות בינלאומיות: רק באישור הכנסת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היום הממשלה מאשרת אמנות בלי חוק מסדיר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אמנה מחייבת רק באישור הכנסת ובחוק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תמיכה בקואליציה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2120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607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יעד: עיגון בחוק יסוד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607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209086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ה׳ · תוכנית עבודה · התיישבות וצבא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333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333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החלטת ממשלה · שאילתות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הפנים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מיפוי המונחים במסמכים רשמיים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67153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16207" y="2422017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05311" y="2453449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3871" y="2453449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4167" y="2367153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2487" y="2367153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החלטת ממשלה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3687" y="2367153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הכספים · הפנים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" y="2367153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מדיניות עם תמחור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88721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297351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297351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88721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88721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עבודה מול משרד הביטחון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88721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88721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ופגישה במשרד הביטחון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07283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צבא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5475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05311" y="384105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13871" y="384105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4167" y="375475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2487" y="375475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דיון בוועדה · שדולה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3687" y="375475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" y="375475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7482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05311" y="436111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3871" y="436111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4167" y="427482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2487" y="427482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שאילתות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3687" y="427482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" y="427482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79488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05311" y="488118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13871" y="488118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24167" y="479488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2487" y="479488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בקשת נתונים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83687" y="479488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375" y="479488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על הרכב הפיקוד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31495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405311" y="540124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13871" y="540124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4167" y="531495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2487" y="531495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 · תקציב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83687" y="531495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 · הכספים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375" y="531495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עלויות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83501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716207" y="5889879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405311" y="5921311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13871" y="592131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24167" y="583501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12487" y="583501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שדולה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3687" y="583501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375" y="583501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גיוס יו"ר לשדולה</a:t>
            </a:r>
          </a:p>
        </p:txBody>
      </p:sp>
      <p:sp>
        <p:nvSpPr>
          <p:cNvPr id="74" name="Oval 73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ה׳ · תוכנית עבודה · חינוך ואקדמיה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4767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4767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משרד החינוך · תקציב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מתווה תוכנית ועלויות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9572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05311" y="249631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13871" y="249631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4167" y="239572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2487" y="239572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תוכנית לימודים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3687" y="239572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" y="239572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פנייה למזכירות הפדגוגית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4436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16207" y="2999232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3044952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304495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94436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94436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94436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94436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49300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05311" y="359359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3871" y="359359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4167" y="349300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2487" y="349300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תקנות · מיסוי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3687" y="349300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 · הכספים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" y="349300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השוואתי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041648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38912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16207" y="4443984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05311" y="4489704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13871" y="448970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4167" y="438912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2487" y="438912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3687" y="438912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375" y="438912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ונוסח תיקון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93776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405311" y="503834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3871" y="503834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24167" y="493776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12487" y="493776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83687" y="493776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" y="493776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ובקשות חופש מידע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48640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05311" y="55869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13871" y="55869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4167" y="548640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2487" y="548640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תורמים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83687" y="548640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375" y="548640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מודל משפטי ותקציבי</a:t>
            </a:r>
          </a:p>
        </p:txBody>
      </p:sp>
      <p:sp>
        <p:nvSpPr>
          <p:cNvPr id="67" name="Oval 66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