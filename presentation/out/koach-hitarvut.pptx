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2688336"/>
            <a:ext cx="1181862" cy="29260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2980944"/>
            <a:ext cx="118186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משרה חלקית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ותקשורת · משרה חלקית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לוקח חלק פעיל בסדר היום · איתו בונים את החשיפה בתקשורת וברשתות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4" name="Connector 63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התיישבות: ייהוד הגליל והנגב וגרעיני נח״ל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יהודית בצה״ל: קוד אתי חדש וחיל חינוך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מילואים וגבורה: תגמול המילואים ושדולת הגבורה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בחינוך: חוק חינוך ממלכתי, תנ״ך, היסטוריה וחינוך ביתי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אקדמיה ומחקר: 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