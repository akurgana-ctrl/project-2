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כח התערבות · כנסת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1620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7642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664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9686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5708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1730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7752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20559" y="217627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43031" y="3182112"/>
            <a:ext cx="4637181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272901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586333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72901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2901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52773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624764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52773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43622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11561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743622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34471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606462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34471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52773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624764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252773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743622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11561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43622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234471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606462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34471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252773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624764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52773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743622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11561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43622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34471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606462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34471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252773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624764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252773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743622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115613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43622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234471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606462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34471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252773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1624764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252773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743622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115613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43622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234471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06462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34471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252773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24764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252773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743622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115613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743622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234471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06462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234471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777257" y="3182112"/>
            <a:ext cx="3091454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134264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447696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134264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34264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59560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1326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59560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68697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222400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68697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59560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71326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359560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868697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222400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68697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359560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71326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59560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868697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222400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868697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359560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713263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359560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11483" y="3182112"/>
            <a:ext cx="3091454" cy="25603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768490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081922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68490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68490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1993786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347489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993786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993786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856626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02923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2923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1993786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347489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993786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93786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02923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856626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502923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02923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993786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347489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993786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02923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856626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02923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1993786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347489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993786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502923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856626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02923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1993786" y="5285232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347489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993786" y="5285232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1957210" y="2770632"/>
            <a:ext cx="7504411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9461621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5322984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1957210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43031" y="3182112"/>
            <a:ext cx="4637181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72901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2901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2901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252773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52773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43622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43622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34471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34471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52773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52773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43622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43622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34471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34471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52773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52773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43622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43622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34471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34471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52773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52773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43622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43622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234471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34471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252773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52773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43622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43622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34471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34471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252773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52773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43622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43622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234471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34471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777257" y="3182112"/>
            <a:ext cx="3091454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134264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34264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34264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359560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359560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868697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68697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359560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59560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68697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868697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359560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59560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868697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868697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59560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359560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11483" y="3182112"/>
            <a:ext cx="3091454" cy="25603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768490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68490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8490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993786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993786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3786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02923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02923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2923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993786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993786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993786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02923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02923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02923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993786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993786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02923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02923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993786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993786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02923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02923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993786" y="5285232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993786" y="5285232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957210" y="2770632"/>
            <a:ext cx="7504411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9461621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322984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957210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Oval 122"/>
          <p:cNvSpPr/>
          <p:nvPr/>
        </p:nvSpPr>
        <p:spPr>
          <a:xfrm>
            <a:off x="11594592" y="6492240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6988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25" name="Oval 124"/>
          <p:cNvSpPr/>
          <p:nvPr/>
        </p:nvSpPr>
        <p:spPr>
          <a:xfrm>
            <a:off x="10268712" y="6492240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27" name="Oval 126"/>
          <p:cNvSpPr/>
          <p:nvPr/>
        </p:nvSpPr>
        <p:spPr>
          <a:xfrm>
            <a:off x="8942832" y="6492240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81812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29" name="Oval 128"/>
          <p:cNvSpPr/>
          <p:nvPr/>
        </p:nvSpPr>
        <p:spPr>
          <a:xfrm>
            <a:off x="7616952" y="6492240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9224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