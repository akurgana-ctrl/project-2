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162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764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664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9686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5708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173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775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220559" y="2029968"/>
            <a:ext cx="45720" cy="29260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87615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62476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308828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99289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62476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08828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9289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62476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308828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99289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62476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308828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99289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162476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308828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99289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62476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308828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99289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544303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2929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976975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6104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2929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976975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66104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2929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976975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544303" y="4773168"/>
            <a:ext cx="45720" cy="23774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9291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976975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66104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29291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976975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66104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292910" y="608990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8870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961057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6634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961057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6634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961057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6634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961057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663410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961057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50" name="Oval 149"/>
          <p:cNvSpPr/>
          <p:nvPr/>
        </p:nvSpPr>
        <p:spPr>
          <a:xfrm>
            <a:off x="2587752" y="374904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6304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714885" y="1051560"/>
            <a:ext cx="3065330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06325" y="1088136"/>
            <a:ext cx="288245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הנהלה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6325" y="1106424"/>
            <a:ext cx="288245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חלוקת העבודה והתפקידים ביניהם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93270" y="1380744"/>
            <a:ext cx="1395505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24767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93270" y="1435608"/>
            <a:ext cx="1395505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93270" y="1632204"/>
            <a:ext cx="1395505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06325" y="1380744"/>
            <a:ext cx="1395505" cy="45720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06325" y="1408176"/>
            <a:ext cx="1395505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עוזר מנכ״ל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6325" y="1632204"/>
            <a:ext cx="1395505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לאיוש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96850" y="1051560"/>
            <a:ext cx="4597995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88290" y="1088136"/>
            <a:ext cx="4415115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8290" y="1106424"/>
            <a:ext cx="4415115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 + הופעות בכנסת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92660" y="1380744"/>
            <a:ext cx="1410745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39397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2660" y="1435608"/>
            <a:ext cx="1410745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2660" y="1632204"/>
            <a:ext cx="1410745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90475" y="1380744"/>
            <a:ext cx="1410745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37212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0475" y="1435608"/>
            <a:ext cx="1410745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0475" y="1632204"/>
            <a:ext cx="1410745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8290" y="1380744"/>
            <a:ext cx="1410745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35027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88290" y="1435608"/>
            <a:ext cx="1410745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8290" y="1632204"/>
            <a:ext cx="1410745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רווחה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0" y="1051560"/>
            <a:ext cx="3065330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1088136"/>
            <a:ext cx="288245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1106424"/>
            <a:ext cx="288245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89865" y="1380744"/>
            <a:ext cx="1395505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21362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89865" y="1435608"/>
            <a:ext cx="1395505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89865" y="1632204"/>
            <a:ext cx="1395505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חינוך ואתיקה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1380744"/>
            <a:ext cx="1395505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34417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1435608"/>
            <a:ext cx="1395505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1632204"/>
            <a:ext cx="1395505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משפט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95847" y="1892808"/>
            <a:ext cx="0" cy="21031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3429000" y="2103120"/>
            <a:ext cx="5330952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29000" y="2194560"/>
            <a:ext cx="533095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צוות הכנסת · קבוע ובשכר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44093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55878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093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4093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4934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26719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4934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934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85775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7560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5775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5775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או עו״ד אודליה קדמי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566160" y="2651760"/>
            <a:ext cx="1181862" cy="566928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566160" y="2688336"/>
            <a:ext cx="1181862" cy="292608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66160" y="2980944"/>
            <a:ext cx="118186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משרה חלקית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566160" y="3337560"/>
            <a:ext cx="505663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566160" y="3383280"/>
            <a:ext cx="5056632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איש תוכן ותקשורת · משרה חלקית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66160" y="3648456"/>
            <a:ext cx="5056632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לוקח חלק פעיל בסדר היום · איתו בונים את החשיפה בתקשורת וברשתות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14934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4934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56616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56616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2 ימי כנסת מלאים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079992" y="2103120"/>
            <a:ext cx="2700223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9079992" y="2103120"/>
            <a:ext cx="2700223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79992" y="2103120"/>
            <a:ext cx="2700223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79992" y="2560320"/>
            <a:ext cx="270022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17152" y="288036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ניירות עמדה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17152" y="315468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הכנת הנציג לכל דיון</a:t>
            </a:r>
          </a:p>
        </p:txBody>
      </p:sp>
      <p:cxnSp>
        <p:nvCxnSpPr>
          <p:cNvPr id="74" name="Connector 73"/>
          <p:cNvCxnSpPr/>
          <p:nvPr/>
        </p:nvCxnSpPr>
        <p:spPr>
          <a:xfrm flipH="1">
            <a:off x="8759952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>
          <a:xfrm>
            <a:off x="411480" y="2103120"/>
            <a:ext cx="26974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11480" y="2103120"/>
            <a:ext cx="2697480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2103120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2560320"/>
            <a:ext cx="26974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0" y="288036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השלמת נוכחות בדיונים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8640" y="315468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הצטרפות לנציג בוועדה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108960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6094476" y="4709160"/>
            <a:ext cx="0" cy="32004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4174236" y="5029200"/>
            <a:ext cx="38404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174236" y="5102352"/>
            <a:ext cx="384048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צוות דיגיטל · מתנדבים · איתמר כהן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174236" y="5431536"/>
            <a:ext cx="384048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הפקה והפצה ברשתות של התוכן מהכנסת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187288" y="5897880"/>
            <a:ext cx="5592927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1323015" y="6007608"/>
            <a:ext cx="329184" cy="32918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1231575" y="600760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24448" y="5989320"/>
            <a:ext cx="490712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400" b="1">
                <a:solidFill>
                  <a:srgbClr val="D64545"/>
                </a:solidFill>
                <a:latin typeface="Heebo"/>
                <a:cs typeface="Heebo"/>
              </a:rPr>
              <a:t>נציג קבוע בכל דיון: זה מה שבונה אמינות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24448" y="6318504"/>
            <a:ext cx="5318607" cy="38404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 יגיע לדיון לבד רק כשאין בשום אופן נציג אחר. מערך שנשען על מתנדבים יקרוס בחיתוליו, גם תדמיתית וגם אופרטיבית.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11481" y="5897880"/>
            <a:ext cx="5592927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5547208" y="6007608"/>
            <a:ext cx="329184" cy="32918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455768" y="600760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8641" y="5989320"/>
            <a:ext cx="490712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400" b="1">
                <a:solidFill>
                  <a:srgbClr val="D64545"/>
                </a:solidFill>
                <a:latin typeface="Heebo"/>
                <a:cs typeface="Heebo"/>
              </a:rPr>
              <a:t>איש התוכן הוא חלק מהצוות, לא ספק חיצוני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8641" y="6318504"/>
            <a:ext cx="5318607" cy="38404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רק מי שיושב בסדר היום מבפנים יכול להפוך כל דיון בכנסת לחשיפה: מהר, מדויק ואמין.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כלכלה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ביטחון אישי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רווחה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חקיקה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80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הגנה עצמית: זכות יסוד, בדומה לארה״ב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9000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22431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30991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1880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9000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222431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30991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1880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ביטוח לאומי: איסור על העברת כספים לחו״ל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1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9544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4912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3472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1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1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9544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464912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3472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1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1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49544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464912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73472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1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למניעת כפיפות לאמנות בינלאומיות ללא אישור הכנסת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אתיקה, חינוך והתיישבות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התיישבות: ייהוד הגליל והנגב וגרעיני נח״ל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זהות יהודית בצה״ל: קוד אתי חדש וחיל חינוך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מילואים וגבורה: תגמול המילואים ושדולת הגבורה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זהות בחינוך: חוק חינוך ממלכתי, תנ״ך, היסטוריה וחינוך ביתי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אקדמיה ומחקר: הפרדת ות״ת מהמל״ג ומוסד מחקר לאומי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פעילות כנסת · שבוע עבודה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12557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12557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3 ל-4 דיונים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2557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בכל שבוע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2019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2019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2019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דיונים, פגישות ושיחות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1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1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400 ל-600 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1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תגמול ליום כנסת · יום מלא או חצי יום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88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88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ראשון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003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הכנה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003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דיון במידה ויש · צוות המחקר מכין ניירות ותדריך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095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095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שני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09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09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101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01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שלישי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16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16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108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108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רביעי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22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22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חמישי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3474720"/>
            <a:ext cx="4470684" cy="566928"/>
          </a:xfrm>
          <a:prstGeom prst="roundRect">
            <a:avLst>
              <a:gd name="adj" fmla="val 18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1" y="3511296"/>
            <a:ext cx="419636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קביעת סדר היום לשבוע הבא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1" y="3767328"/>
            <a:ext cx="4196364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העברה לצוות המחקר ושיבוץ לדיונים · לא יאוחר מחמישי בבוקר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8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70168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מי הולך לכנסת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359124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533327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59124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29473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203676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29473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822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874025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822" y="4764024"/>
            <a:ext cx="1238211" cy="261518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99822" y="4985766"/>
            <a:ext cx="1238211" cy="2011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או עו״ד אודליה קדמי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70171" y="4709160"/>
            <a:ext cx="1238211" cy="50292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71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70168" y="534924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נציג רביעי: משרה חלקית, או בשילוב עם תפקיד איש התוכן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70168" y="5760720"/>
            <a:ext cx="5227167" cy="64008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61608" y="5760720"/>
            <a:ext cx="5044287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+ אקטיביסטים משלימים חורים ומצטרפים לנציג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1480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360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איש תוכן ותקשורת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" y="461772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משרה חלקית בכח התערבות · אפשר בשילוב עם 'על המשמעות'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507492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לוקח חלק פעיל בסדר היום של הארגון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562356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איתו בונים את החשיפה בתקשורת וברשתות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