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משרה חלקית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ותקשורת · משרה חלקית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לוקח חלק פעיל בסדר היום · איתו בונים את החשיפה בתקשורת וברשתות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4" name="Connector 63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5989320"/>
            <a:ext cx="11368735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222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1231575" y="6135624"/>
            <a:ext cx="365760" cy="3657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140135" y="6135624"/>
            <a:ext cx="548640" cy="3657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4360" y="6044184"/>
            <a:ext cx="10500055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אקטיביסט הולך לדיון לבד רק אם אין בשום אופן נציג אחר.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360" y="6336792"/>
            <a:ext cx="1050005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מערך שמאויש במתנדבים יקרוס, וייחסל את הפעילות בחיתוליה, גם תדמיתית וגם אופרטיבית.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כלכלה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 אישי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103628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רווחה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חקיקה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80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880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1880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1234440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1" y="2386584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1" y="3538728"/>
            <a:ext cx="473339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אתיקה, חינוך והתיישבות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23444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התיישבות: ייהוד הגליל והנגב וגרעיני נח״ל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31526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יהודית בצה״ל: קוד אתי חדש וחיל חינוך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339608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מילואים וגבורה: תגמול המילואים ושדולת הגבורה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7690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זהות בחינוך: חוק חינוך ממלכתי, תנ״ך, היסטוריה וחינוך ביתי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57720"/>
            <a:ext cx="103628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אקדמיה ומחקר: 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