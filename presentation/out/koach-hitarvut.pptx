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48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76866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76866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76866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3789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3789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3789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0712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0712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712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37635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37635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37635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24558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4558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4558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1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1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1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מנהל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111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76866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76866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76866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3789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3789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3789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0712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712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712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37635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37635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7635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24558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24558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4558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1" y="1243584"/>
            <a:ext cx="1803349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1" y="1298448"/>
            <a:ext cx="1803349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1" y="1545336"/>
            <a:ext cx="1803349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מנהל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136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137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138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Oval 140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3" name="Oval 142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31 · בינונית</a:t>
            </a:r>
          </a:p>
        </p:txBody>
      </p:sp>
      <p:sp>
        <p:nvSpPr>
          <p:cNvPr id="145" name="Oval 144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מנהל אדם קורגן + מנהל נוסף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שלוקח חלק פעיל בסדר היום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ביטחון, ריבונות וזהות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0148" y="1143000"/>
            <a:ext cx="5570067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ecu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1847" y="1243584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93028" y="1243584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93028" y="181965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93028" y="185623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הזכות להגנה עצמית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3028" y="213055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עו״ד אודליה קדמי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93028" y="236829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93028" y="240487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שדולה בכנסת למען האזרח החמוש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028" y="267919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עו״ד אודליה קדמי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93028" y="291693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93028" y="295351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חוק חסינות למשרתי ומתנדבי כוחות הביטחון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3028" y="322783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עו״ד אודליה קדמי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3028" y="346557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93028" y="350215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רפורמת נשק ארוך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8" y="377647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1" y="1143000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i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3180" y="1243584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1" y="1243584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צה״ל וגבורה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1" y="181965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4361" y="185623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קוד אתי חדש לצה״ל ושדולת הגבורה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213055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679192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sovereign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180" y="2779776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1" y="2779776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1" y="3355848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1" y="3392424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ארגונים בינלאומיים וריבונות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1" y="3666744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נגה ארבל · בשיתוף פעולה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1" y="4215384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identit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180" y="4315968"/>
            <a:ext cx="512064" cy="51206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4361" y="4315968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זהות יהודית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1" y="4892040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94361" y="4928616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הגשמת הזהות היהודית במרחב הציבורי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1" y="5202936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נגה ארבל · בשיתוף פעולה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חברה, חינוך וכלכלה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10148" y="1143000"/>
            <a:ext cx="5570067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du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1847" y="1243584"/>
            <a:ext cx="5120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93028" y="1243584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93028" y="181965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93028" y="185623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זכויות התלמיד וערכי ההורים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93028" y="213055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נגה ארבל · בשיתוף פעולה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93028" y="236829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93028" y="240487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חינוך ביתי מוכר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028" y="267919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מוביל: טרם נקבע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8" y="3227832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ettl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1847" y="3328416"/>
            <a:ext cx="512064" cy="5120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93028" y="3328416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93028" y="3904488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93028" y="3941064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ייהוד הגליל והנגב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3028" y="4215384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1" y="1143000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heal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3180" y="1243584"/>
            <a:ext cx="512064" cy="51206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94361" y="1243584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רפואה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94361" y="1819656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94361" y="1856232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הסכמה להחלפת תרופה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1" y="2130552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1" y="2679192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onlin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180" y="2779776"/>
            <a:ext cx="512064" cy="5120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1" y="2779776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אחריות ברשת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1" y="3355848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94361" y="3392424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אחריות במרחב הרשת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1" y="3666744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נגה ארבל · בשיתוף פעולה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1" y="4215384"/>
            <a:ext cx="5570067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econom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3180" y="4315968"/>
            <a:ext cx="512064" cy="51206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94361" y="4315968"/>
            <a:ext cx="4600803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900" b="1">
                <a:solidFill>
                  <a:srgbClr val="1C3C7A"/>
                </a:solidFill>
                <a:latin typeface="Heebo"/>
                <a:cs typeface="Heebo"/>
              </a:rPr>
              <a:t>כלכלה ורגולציה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94361" y="4892040"/>
            <a:ext cx="5204307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94361" y="4928616"/>
            <a:ext cx="5204307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1" y="5202936"/>
            <a:ext cx="5204307" cy="2286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תמיר דורטל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87288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87288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7288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1" y="1143000"/>
            <a:ext cx="5592927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1" y="1234440"/>
            <a:ext cx="5592927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1" y="1691640"/>
            <a:ext cx="5592927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822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חבר דירקטוריון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איש קבוע. תפקיד חדש, או בשילוב עם איש התוכן או המנהל הנוסף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300 ₪ חצי יום · 450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40680" y="5230368"/>
            <a:ext cx="6339535" cy="457200"/>
          </a:xfrm>
          <a:prstGeom prst="roundRect">
            <a:avLst>
              <a:gd name="adj" fmla="val 3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23560" y="5230368"/>
            <a:ext cx="5973775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22755"/>
                </a:solidFill>
                <a:latin typeface="Heebo"/>
                <a:cs typeface="Heebo"/>
              </a:rPr>
              <a:t>תגמול ליום כנסת: 400 ₪ חצי יום · 600 ₪ יום מלא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0" y="2697480"/>
            <a:ext cx="438912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2715768"/>
            <a:ext cx="438912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3054096"/>
            <a:ext cx="438912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5917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5917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7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60139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0139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60139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1" y="3108960"/>
            <a:ext cx="3271418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1" y="3136392"/>
            <a:ext cx="3271418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1" y="347472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אדם קורגן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· חצי משרה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