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7642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664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686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5708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173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7752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0559" y="217627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586333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624764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1561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06462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624764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11561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06462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624764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11561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606462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624764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1561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06462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624764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115613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06462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24764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115613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06462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447696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1326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222400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1326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222400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1326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222400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71326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868697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222400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868697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081922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4748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856626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34748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856626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34748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56626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334748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856626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347489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868697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868697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27" name="Oval 126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29" name="Oval 128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31" name="Oval 130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