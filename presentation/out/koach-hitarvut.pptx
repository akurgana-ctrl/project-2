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64327" y="3182112"/>
            <a:ext cx="5212080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781647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95079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1647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81647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57335" y="367588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2095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7335" y="367588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56551" y="367588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0175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56551" y="367588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55767" y="367588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19391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5767" y="367588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57335" y="407822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42095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7335" y="407822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56551" y="407822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720175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56551" y="407822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55767" y="407822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19391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5767" y="407822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57335" y="448056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2095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57335" y="448056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56551" y="448056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720175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56551" y="448056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55767" y="448056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19391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55767" y="448056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57335" y="488289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42095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857335" y="488289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156551" y="488289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720175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56551" y="488289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55767" y="488289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19391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55767" y="488289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857335" y="528523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42095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7335" y="528523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6551" y="528523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20175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56551" y="528523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55767" y="528523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019391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55767" y="528523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57335" y="568756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420959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57335" y="568756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6551" y="568756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20175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56551" y="568756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455767" y="568756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019391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55767" y="568756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615287" y="3182112"/>
            <a:ext cx="3474720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163927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477359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163927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63927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89223" y="3675888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3455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389223" y="3675888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06727" y="3675888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2520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706727" y="3675888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89223" y="4078224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93455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389223" y="4078224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706727" y="4078224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2520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706727" y="4078224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389223" y="4480560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93455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389223" y="4480560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706727" y="4480560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520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06727" y="4480560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389223" y="4882896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3455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89223" y="4882896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352647" y="2770632"/>
            <a:ext cx="461772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970367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352647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64327" y="3182112"/>
            <a:ext cx="5212080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781647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81647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1647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57335" y="367588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7335" y="367588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56551" y="367588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56551" y="367588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55767" y="367588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55767" y="367588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57335" y="407822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57335" y="407822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56551" y="407822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56551" y="407822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55767" y="407822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5767" y="407822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57335" y="448056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57335" y="448056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56551" y="448056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56551" y="448056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55767" y="448056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55767" y="448056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57335" y="488289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7335" y="488289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56551" y="488289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56551" y="488289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55767" y="488289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55767" y="488289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57335" y="528523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57335" y="528523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156551" y="528523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6551" y="528523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5767" y="528523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55767" y="528523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57335" y="568756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57335" y="568756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56551" y="568756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56551" y="568756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455767" y="568756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55767" y="568756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615287" y="3182112"/>
            <a:ext cx="3474720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163927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63927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3927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89223" y="3675888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9223" y="3675888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706727" y="3675888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706727" y="3675888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389223" y="4078224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89223" y="4078224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706727" y="4078224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706727" y="4078224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389223" y="4480560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89223" y="4480560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706727" y="4480560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706727" y="4480560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389223" y="4882896"/>
            <a:ext cx="1609344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389223" y="4882896"/>
            <a:ext cx="160934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52647" y="2770632"/>
            <a:ext cx="461772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970367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352647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98" name="Oval 97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00" name="Oval 99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02" name="Oval 101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