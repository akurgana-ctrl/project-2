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1,600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07346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346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7346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5917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7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7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1568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1568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1568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60139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0139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1,440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0139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75790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75790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75790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4361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1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1,400 ₪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4361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