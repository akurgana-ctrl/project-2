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38728" y="1993392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8728" y="1993392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