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162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764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3664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9686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5708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173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775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220559" y="2029968"/>
            <a:ext cx="45720" cy="292608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87615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62476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308828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99289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62476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308828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99289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62476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308828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99289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62476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308828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99289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162476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308828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99289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62476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308828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99289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544303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2929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976975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66104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2929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976975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66104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72929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976975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544303" y="4773168"/>
            <a:ext cx="45720" cy="23774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29291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976975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66104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729291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976975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466104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7292910" y="608990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8870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961057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6634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961057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6634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2961057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6634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961057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663410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2961057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נמוכה</a:t>
            </a:r>
          </a:p>
        </p:txBody>
      </p:sp>
      <p:sp>
        <p:nvSpPr>
          <p:cNvPr id="150" name="Oval 149"/>
          <p:cNvSpPr/>
          <p:nvPr/>
        </p:nvSpPr>
        <p:spPr>
          <a:xfrm>
            <a:off x="2587752" y="374904"/>
            <a:ext cx="146304" cy="146304"/>
          </a:xfrm>
          <a:prstGeom prst="ellipse">
            <a:avLst/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46304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טרם הוזן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150998" y="1051560"/>
            <a:ext cx="6629217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42438" y="1088136"/>
            <a:ext cx="644633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מובילי תחום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2438" y="1106424"/>
            <a:ext cx="6446337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מובילים את התוכניות שלהם + הופעות בכנסת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0956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24767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0956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0956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21697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45508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21697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1697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חקיקה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42438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6249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42438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2438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רווחה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1051560"/>
            <a:ext cx="4419478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1088136"/>
            <a:ext cx="423659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106424"/>
            <a:ext cx="423659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מובילים את התוכניות שלהם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66939" y="1380744"/>
            <a:ext cx="207257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75510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66939" y="1435608"/>
            <a:ext cx="207257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66939" y="1632204"/>
            <a:ext cx="207257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חינוך ואתיקה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1380744"/>
            <a:ext cx="207257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511491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1435608"/>
            <a:ext cx="207257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1632204"/>
            <a:ext cx="207257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משפט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1892808"/>
            <a:ext cx="0" cy="21031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429000" y="2103120"/>
            <a:ext cx="5330952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29000" y="2194560"/>
            <a:ext cx="533095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צוות הכנסת · קבוע ובשכר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4093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55878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4093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4093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4934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26719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4934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4934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85775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7560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5775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5775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566160" y="2651760"/>
            <a:ext cx="1181862" cy="566928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66160" y="2688336"/>
            <a:ext cx="1181862" cy="292608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66160" y="2980944"/>
            <a:ext cx="118186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משרה חלקית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66160" y="3337560"/>
            <a:ext cx="505663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66160" y="3383280"/>
            <a:ext cx="5056632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איש תוכן ותקשורת · משרה חלקית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66160" y="3648456"/>
            <a:ext cx="5056632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לוקח חלק פעיל בסדר היום · איתו בונים את החשיפה בתקשורת וברשתות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49340" y="4023360"/>
            <a:ext cx="247345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49340" y="4023360"/>
            <a:ext cx="247345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566160" y="4023360"/>
            <a:ext cx="247345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66160" y="4023360"/>
            <a:ext cx="247345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2 ימי כנסת מלאים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079992" y="2103120"/>
            <a:ext cx="2700223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9079992" y="2103120"/>
            <a:ext cx="2700223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079992" y="2103120"/>
            <a:ext cx="2700223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79992" y="2560320"/>
            <a:ext cx="270022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217152" y="288036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ניירות עמדה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17152" y="315468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הכנת הנציג לכל דיון</a:t>
            </a:r>
          </a:p>
        </p:txBody>
      </p:sp>
      <p:cxnSp>
        <p:nvCxnSpPr>
          <p:cNvPr id="64" name="Connector 63"/>
          <p:cNvCxnSpPr/>
          <p:nvPr/>
        </p:nvCxnSpPr>
        <p:spPr>
          <a:xfrm flipH="1">
            <a:off x="8759952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411480" y="2103120"/>
            <a:ext cx="26974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11480" y="2103120"/>
            <a:ext cx="2697480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2103120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אקטיביסטים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11480" y="2560320"/>
            <a:ext cx="26974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288036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השלמת נוכחות בדיונים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8640" y="315468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הצטרפות לנציג בוועדה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3108960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6094476" y="4709160"/>
            <a:ext cx="0" cy="32004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4174236" y="5029200"/>
            <a:ext cx="384048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174236" y="5102352"/>
            <a:ext cx="384048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צוות דיגיטל · מתנדבים · איתמר כהן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74236" y="5431536"/>
            <a:ext cx="384048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הפקה והפצה ברשתות של התוכן מהכנסת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כלכלה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רפורמת נשק ארוך: לאפשר לאזרחים לרכוש נשק ארוך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אישור נהיגה אוטונומית של טסלה בישראל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ביטחון אישי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הקמת שדולה בכנסת למען האזרח החמוש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קידום חוק חסינות למשרתי ומתנדבי כוחות הביטחון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רווחה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הזכות לייצוג סוציאלי פרטי בהליכי משפט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1526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הבטחת זכויות אזרח בהליכי משפחה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9608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הקמת מו"פ למשרד הרווחה, לבתי המשפט למשפחה ולבתי הדין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47690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חיצונית לפיקוח וביקורת על משרד הרווחה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55772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לפיקוח וביקורת על בתי המשפט לענייני משפחה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חקיקה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69000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22431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30991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80" y="1234440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הגנה עצמית: זכות יסוד, בדומה לארה״ב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9000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22431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30991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1880" y="2386584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הגנה ברשת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9000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222431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30991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1880" y="3538728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ביטוח לאומי: איסור על העברת כספים לחו״ל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1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9544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64912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3472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1" y="1234440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רוח צה״ל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1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9544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464912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73472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1" y="2386584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מדדים בחינוך: המלצות מדיניות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1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49544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464912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73472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1" y="3538728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למניעת כפיפות לאמנות בינלאומיות ללא אישור הכנסת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אתיקה, חינוך והתיישבות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התיישבות: ייהוד הגליל והנגב וגרעיני נח״ל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1526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זהות יהודית בצה״ל: קוד אתי חדש וחיל חינוך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9608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מילואים וגבורה: תגמול המילואים ושדולת הגבורה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47690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זהות בחינוך: חוק חינוך ממלכתי, תנ״ך, היסטוריה וחינוך ביתי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55772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אקדמיה ומחקר: הפרדת ות״ת מהמל״ג ומוסד מחקר לאומי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פעילות כנסת · שבוע עבודה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12557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12557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3 ל-4 דיונים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2557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בכל שבוע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2019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62019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2 ימי כנסת מלאים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2019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דיונים, פגישות ושיחות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1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1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400 ל-600 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1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תגמול ליום כנסת · יום מלא או חצי יום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8881" y="2240280"/>
            <a:ext cx="2171334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8881" y="233172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ראשון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00321" y="2624328"/>
            <a:ext cx="1988454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הכנה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00321" y="3108960"/>
            <a:ext cx="1988454" cy="5029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צוות המחקר מכין ניירות ותדריך לנציג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09531" y="2240280"/>
            <a:ext cx="2171334" cy="146304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09531" y="233172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שני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0971" y="2624328"/>
            <a:ext cx="1988454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יום כנסת מלא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0971" y="3108960"/>
            <a:ext cx="1988454" cy="5029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דיונים בוועדות ופגישות עם חברי כנסת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10181" y="2240280"/>
            <a:ext cx="2171334" cy="146304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10181" y="233172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שלישי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1621" y="2624328"/>
            <a:ext cx="1988454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יום כנסת מלא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1621" y="3108960"/>
            <a:ext cx="1988454" cy="5029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דיונים בוועדות ופגישות עם חברי כנסת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10831" y="2240280"/>
            <a:ext cx="2171334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10831" y="233172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רביעי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2271" y="2624328"/>
            <a:ext cx="1988454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דיון נוסף לפי הצורך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2271" y="3108960"/>
            <a:ext cx="1988454" cy="5029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נציג, או אקטיביסט שמשלים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1" y="2240280"/>
            <a:ext cx="2171334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1" y="233172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חמישי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1" y="2624328"/>
            <a:ext cx="1988454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תוכן וסיכום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1" y="3108960"/>
            <a:ext cx="1988454" cy="5029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איש התוכן מפיץ את פעילות השבוע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87288" y="3931920"/>
            <a:ext cx="5592927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70168" y="40416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מי הולך לכנסת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359124" y="44805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533327" y="45537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59124" y="44805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29473" y="44805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203676" y="45537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29473" y="44805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699822" y="44805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874025" y="45537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99822" y="44805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370171" y="4480560"/>
            <a:ext cx="1238211" cy="502920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70171" y="44805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70168" y="512064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נציג רביעי: משרה חלקית, או בשילוב עם תפקיד איש התוכן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70168" y="5532120"/>
            <a:ext cx="5227167" cy="64008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61608" y="5532120"/>
            <a:ext cx="5044287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+ אקטיביסטים משלימים חורים ומצטרפים לנציג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11480" y="3931920"/>
            <a:ext cx="5592927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" y="40416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איש תוכן ותקשורת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4360" y="438912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משרה חלקית בכח התערבות · אפשר בשילוב עם 'על המשמעות'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84632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לוקח חלק פעיל בסדר היום של הארגון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539496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איתו בונים את החשיפה בתקשורת וברשתות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