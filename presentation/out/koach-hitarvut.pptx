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 ולאומי,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87288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7288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7288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1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1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1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300 ₪ חצי יום · 450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400 ₪ חצי יום · 600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