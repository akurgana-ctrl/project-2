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38728" y="1993392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38728" y="1993392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22755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49340" y="342900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49340" y="342900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66160" y="342900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66160" y="342900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2" name="Connector 61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094476" y="4160520"/>
            <a:ext cx="0" cy="36576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3429000" y="4526280"/>
            <a:ext cx="5330952" cy="566928"/>
          </a:xfrm>
          <a:prstGeom prst="roundRect">
            <a:avLst>
              <a:gd name="adj" fmla="val 2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429000" y="4526280"/>
            <a:ext cx="533095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122755"/>
                </a:solidFill>
                <a:latin typeface="Heebo"/>
                <a:cs typeface="Heebo"/>
              </a:rPr>
              <a:t>דיונים בוועדות הכנסת · פגישות עם חברי כנסת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094476" y="5093208"/>
            <a:ext cx="0" cy="256032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4539996" y="5349240"/>
            <a:ext cx="3108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39996" y="5422392"/>
            <a:ext cx="310896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איתמר כהן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39996" y="5760720"/>
            <a:ext cx="31089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הבאת הדיונים לציבור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