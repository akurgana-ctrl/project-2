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9000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22431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30991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80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9000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22431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30991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80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9000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07063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222431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30991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1880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9000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707063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22431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991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1880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69000" y="5963031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707063" y="6054471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22431" y="6063043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30991" y="6063043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1880" y="5963031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1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49544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464912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472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1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1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949544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64912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73472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1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1481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49544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464912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73472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1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1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49544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464912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73472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1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1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49544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64912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73472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1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1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49544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464912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73472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1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1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949544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464912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73472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1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א׳ · תוכנית עבודה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 · מייסד, ראש תחום כלכלה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רפורמת נשק ארוך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מודלים מהעולם ונתוני ביטחון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תיאום עם אודליה ושדולת האזרח החמוש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לביטחון לאומי לשינוי מבחני הזכאות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בוועדה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תיקון חוק כלי הירייה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אישור טסלה: נהיגה אוטונומית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הרגולציה בעולם ועלות העיכוב לישראל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פגישה עם משרד התחבורה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הכלכלה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שאילתה: לוח זמנים לאישור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תוכן: כמה עולה לנו הרגולציה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איש תוכן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ב׳ · תוכנית עבודה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 · ראש תחום 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שדולה בכנסת למען האזרח החמוש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נתוני רישוי ואירועים שנבלמו בידי אזרחים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יו"ר לשדולה וסגנים מהקואליציה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הכנסת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רישום השדולה והשקה בכנסת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כנס ראשון עם השר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חודש שני למושב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קבוע אחר מדיניות הרישוי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שדולה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חסינות למשרתי ומתנדבי כוחות הביטחון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משפטי: ההגנות הקיימות והפערים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תמר ארבל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משפטי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נציג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ג׳ · תוכנית עבודה · רווחה ומשפחה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 · ראש תחום רווחה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601343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601343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ייצוג סוציאלי פרטי בהליכי משפט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חוק: חוות דעת סוציאלית נגדית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535174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2993517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2993517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535174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זכויות אזרח בהליכי משפחה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פערים בזכויות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אמנת זכויות בהליכי משפחה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החוקה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צירוף כפרק להצעת החוק של תוכנית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3927348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4385691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4385691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3927348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מו"פ לרווחה ולבתי המשפט למשפחה ובתי הדין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ומודלים מהעולם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סעיף מו"פ בתקציב משרד הרווחה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דיוני התקציב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לשרי הרווחה והמשפטים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פיילוט עם אקדמיה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שנה א׳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11480" y="5319522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323015" y="5777865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231575" y="5777865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4-5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8455" y="5319522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נציבויות פיקוח חיצוניות על הרווחה ועל בתי המשפט למשפחה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478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965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למה הגופים הקיימים לא מספיקים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965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965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5139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0625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חוק אחד בשני פרקים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25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0625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94" name="Connector 93"/>
          <p:cNvCxnSpPr/>
          <p:nvPr/>
        </p:nvCxnSpPr>
        <p:spPr>
          <a:xfrm flipH="1">
            <a:off x="732105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00799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6286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הקמת שדולה לזכויות המשפחה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6286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6286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557765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26460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1946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1946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1946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383426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120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607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יחידה ייעודית אצל נציב התלונות על שופטים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607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209086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התיישבות וצבא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333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333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החלטת ממשלה · שאילתות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הפנים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מיפוי המונחים במסמכים רשמיים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67153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16207" y="2422017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05311" y="2453449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3871" y="2453449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4167" y="2367153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2487" y="2367153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החלטת ממשלה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3687" y="2367153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הכספים · הפנים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" y="2367153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מדיניות עם תמחור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288721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297351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297351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88721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88721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עבודה מול משרד הביטחון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88721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88721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ופגישה במשרד הביטחון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3407283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צבא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375475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05311" y="384105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13871" y="384105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4167" y="375475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2487" y="375475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דיון בוועדה · שדולה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83687" y="375475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375" y="375475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 בסיס מסמכי 'תורת המדינה'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7482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405311" y="436111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13871" y="436111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4167" y="427482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12487" y="427482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שאילתות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83687" y="427482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375" y="427482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79488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05311" y="488118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313871" y="488118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24167" y="479488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2487" y="479488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בקשת נתונים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83687" y="479488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7375" y="479488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על הרכב הפיקוד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531495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405311" y="540124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13871" y="540124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4167" y="531495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2487" y="531495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 · תקציב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83687" y="531495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 · הכספים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375" y="531495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עלויות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583501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716207" y="5889879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1405311" y="5921311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13871" y="592131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24167" y="583501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12487" y="583501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שדולה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3687" y="583501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375" y="583501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גיוס יו"ר לשדולה</a:t>
            </a:r>
          </a:p>
        </p:txBody>
      </p:sp>
      <p:sp>
        <p:nvSpPr>
          <p:cNvPr id="74" name="Oval 73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חינוך ואקדמיה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4767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4767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משרד החינוך · תקציב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מתווה תוכנית ועלויות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9572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405311" y="249631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13871" y="249631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4167" y="239572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2487" y="239572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תוכנית לימודים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3687" y="239572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" y="239572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פנייה למזכירות הפדגוגית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94436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16207" y="2999232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3044952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304495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94436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94436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94436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94436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49300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05311" y="359359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13871" y="359359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4167" y="349300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12487" y="349300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תקנות · מיסוי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3687" y="349300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 · הכספים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375" y="349300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השוואתי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041648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38912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16207" y="4443984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405311" y="4489704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13871" y="448970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4167" y="438912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2487" y="438912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83687" y="438912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7375" y="438912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ונוסח תיקון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93776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405311" y="503834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3871" y="503834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24167" y="493776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12487" y="493776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83687" y="493776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" y="493776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ובקשות חופש מידע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48640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05311" y="55869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13871" y="55869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4167" y="548640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2487" y="548640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תורמים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83687" y="548640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375" y="548640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מודל משפטי ותקציבי</a:t>
            </a:r>
          </a:p>
        </p:txBody>
      </p:sp>
      <p:sp>
        <p:nvSpPr>
          <p:cNvPr id="67" name="Oval 66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