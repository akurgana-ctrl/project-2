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קבוע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חלק אינטגרלי מהצוות · עוקב באופן עקבי אחרי סדר היום ומפיק תוכן בזמן אמת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