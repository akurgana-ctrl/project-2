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97280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838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490472"/>
            <a:ext cx="45720" cy="56692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65838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5838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23445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23445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3445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1052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81052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1052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8659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8659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8659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6266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6266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6266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3873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3873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3873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1417320"/>
            <a:ext cx="1514377" cy="713232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8A94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2130552"/>
            <a:ext cx="0" cy="3840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2514600"/>
            <a:ext cx="237744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0559" y="2587752"/>
            <a:ext cx="45720" cy="5852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7127" y="2569464"/>
            <a:ext cx="2377440" cy="38039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7127" y="2916936"/>
            <a:ext cx="237744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1752" y="3429000"/>
            <a:ext cx="11588191" cy="2267712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99210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716207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9210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7598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00082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7598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5985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83957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5985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4373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67832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4373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2760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051707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2760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35582" y="3685032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9210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716207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9210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7598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00082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7598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5985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83957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985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4373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67832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373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2760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051707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2760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1148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135582" y="4361688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9210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716207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9210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07598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800082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7598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15985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883957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5985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4373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967832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4373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32760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051707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32760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1148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135582" y="5038344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1148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97280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838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65838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אודליה קדמי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65838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23445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23445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3445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וזהות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81052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81052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1052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התיישבות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8659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8659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8659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 וחוקה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6266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6266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6266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כלכלה ויוקר מחיה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3873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3873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3873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עלייה וקליטה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1417320"/>
            <a:ext cx="1514377" cy="713232"/>
          </a:xfrm>
          <a:prstGeom prst="roundRect">
            <a:avLst>
              <a:gd name="adj" fmla="val 18000"/>
            </a:avLst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1472184"/>
            <a:ext cx="1514377" cy="37088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שם יעודכן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1809597"/>
            <a:ext cx="1514377" cy="28529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לאומי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2130552"/>
            <a:ext cx="0" cy="3840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514600"/>
            <a:ext cx="2377440" cy="73152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569464"/>
            <a:ext cx="2377440" cy="38039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916936"/>
            <a:ext cx="237744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1752" y="3429000"/>
            <a:ext cx="11588191" cy="2267712"/>
          </a:xfrm>
          <a:prstGeom prst="roundRect">
            <a:avLst>
              <a:gd name="adj" fmla="val 6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6095847" y="3246120"/>
            <a:ext cx="0" cy="18288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9210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210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אלתר כהן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598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7598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יואב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5985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5985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373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4373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27606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27606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1" y="3611880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1" y="3611880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9210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9210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7598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7598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5985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5985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24373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24373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7606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27606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1481" y="4288536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4288536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9210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9210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7598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7598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5985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5985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24373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4373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27606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27606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481" y="4965192"/>
            <a:ext cx="178810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1481" y="4965192"/>
            <a:ext cx="1788109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2" name="Oval 71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74" name="Oval 73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76" name="Oval 75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78" name="Oval 77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