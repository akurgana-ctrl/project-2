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1168"/>
            <a:ext cx="214884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0</a:t>
            </a:r>
            <a:r>
              <a:rPr sz="1300">
                <a:solidFill>
                  <a:srgbClr val="FFFFFF"/>
                </a:solidFill>
                <a:latin typeface="Heebo"/>
              </a:rPr>
              <a:t> נציגים קבועים בכנסת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אדם קורגן ·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