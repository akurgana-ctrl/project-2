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88336"/>
            <a:ext cx="1181862" cy="29260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2980944"/>
            <a:ext cx="118186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משרה חלקית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ותקשורת · משרה חלקית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לוקח חלק פעיל בסדר היום · איתו בונים את החשיפה בתקשורת וברשתות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צוות המחקר מכין ניירות ותדריך לנציג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יום כנסת מלא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דיונים בוועדות ופגישות עם חברי 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יום כנסת מלא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דיונים בוועדות ופגישות עם חברי 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דיון נוסף לפי הצורך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נציג, או אקטיביסט שמשלים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תוכן וסיכום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איש התוכן מפיץ את פעילות השבוע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8" y="3931920"/>
            <a:ext cx="5592927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0168" y="40416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59124" y="44805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33327" y="45537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59124" y="44805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473" y="44805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203676" y="45537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9473" y="44805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99822" y="44805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874025" y="45537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822" y="45354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9822" y="47571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70171" y="44805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0171" y="44805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0168" y="51206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68" y="55321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1608" y="55321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3931920"/>
            <a:ext cx="5592927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0416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" y="43891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8463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3949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