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38728" y="1993392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38728" y="1993392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22755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2651760"/>
            <a:ext cx="118186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קבוע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חלק אינטגרלי מהצוות · מלווה את הנציגים ומפיק תוכן מהכנסת בזמן אמת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5" name="Connector 64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