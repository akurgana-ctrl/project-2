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95647" y="2679192"/>
            <a:ext cx="5212080" cy="304495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912967" y="2395728"/>
            <a:ext cx="237744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6399" y="2468880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12967" y="2450592"/>
            <a:ext cx="2377440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2967" y="2707538"/>
            <a:ext cx="2377440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88655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2279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88655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87871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5149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7871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87087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0711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87087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88655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52279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88655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87871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85149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87871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87087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50711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87087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88655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52279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88655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87871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85149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7871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587087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50711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87087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988655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552279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88655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87871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851495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87871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87087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50711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87087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988655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552279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88655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87871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851495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87871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87087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50711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87087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988655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52279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988655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287871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851495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87871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587087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50711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87087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483967" y="2679192"/>
            <a:ext cx="1737360" cy="3447288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575407" y="2395728"/>
            <a:ext cx="155448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65879" y="2468880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575407" y="2450592"/>
            <a:ext cx="1554480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575407" y="2707538"/>
            <a:ext cx="1554480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75407" y="3255264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065879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575407" y="3255264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575407" y="3657600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065879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575407" y="3657600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575407" y="4059936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65879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575407" y="4059936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575407" y="4462272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065879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575407" y="4462272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575407" y="4864608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065879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75407" y="4864608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575407" y="5266944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065879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575407" y="5266944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75407" y="5669280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65879" y="57424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575407" y="5669280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6095847" y="1901952"/>
            <a:ext cx="0" cy="25603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352647" y="2157984"/>
            <a:ext cx="374904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7101687" y="2157984"/>
            <a:ext cx="0" cy="237744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352647" y="2157984"/>
            <a:ext cx="0" cy="237744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95647" y="2679192"/>
            <a:ext cx="5212080" cy="304495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12967" y="2395728"/>
            <a:ext cx="2377440" cy="56692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12967" y="2450592"/>
            <a:ext cx="2377440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12967" y="2707538"/>
            <a:ext cx="2377440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655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88655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87871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7871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87087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87087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88655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88655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87871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87871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87087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87087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88655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88655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87871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87871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87087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87087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88655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88655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87871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87871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87087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87087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988655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88655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87871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87871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87087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87087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988655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88655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87871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87871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87087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87087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483967" y="2679192"/>
            <a:ext cx="1737360" cy="3447288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2575407" y="2395728"/>
            <a:ext cx="1554480" cy="566928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75407" y="2450592"/>
            <a:ext cx="1554480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75407" y="2707538"/>
            <a:ext cx="1554480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575407" y="3255264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75407" y="3255264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575407" y="3657600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75407" y="3657600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575407" y="4059936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75407" y="4059936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575407" y="4462272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575407" y="4462272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575407" y="4864608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575407" y="4864608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575407" y="5266944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75407" y="5266944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575407" y="5669280"/>
            <a:ext cx="1554480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75407" y="5669280"/>
            <a:ext cx="155448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095847" y="1901952"/>
            <a:ext cx="0" cy="25603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352647" y="2157984"/>
            <a:ext cx="374904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101687" y="2157984"/>
            <a:ext cx="0" cy="237744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352647" y="2157984"/>
            <a:ext cx="0" cy="237744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94" name="Oval 93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96" name="Oval 95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98" name="Oval 97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