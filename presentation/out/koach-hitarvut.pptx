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אמיר רובין /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מנכ״ל אדם קורגן +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שיושב בסדר היום מבפנים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חקיקה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1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1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התיישבות: ייהוד הגליל והנגב וגרעיני נח״ל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יהודית בצה״ל: קוד אתי חדש וחיל חינוך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מילואים וגבורה: תגמול המילואים ושדולת הגבורה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בחינוך: חוק חינוך ממלכתי, תנ״ך, היסטוריה וחינוך ביתי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אקדמיה ומחקר: 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64024"/>
            <a:ext cx="1238211" cy="26151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99822" y="4985766"/>
            <a:ext cx="1238211" cy="2011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א׳ · שינוי מבני, בלי לגעת בשכר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במקום נציג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בהתנדבות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22,750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273,000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3464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3464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1,750 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מה משתנה בשלב הזה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אין נציג 4: הדיונים מתחלקים בין הצוות, הדירקטוריון והאקטיביסטים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תעריף פתיחה ליום כנסת: 300 ₪ חצי יום · 450 ₪ יום מלא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סדר היום לשבוע הבא נסגר עד חמישי בבוקר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ב׳ · שכר מספק למערך מלא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+3,000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+2,000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+1,000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 מלא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חוזר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379,200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3464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3464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1,975 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שכר מספק הוא השקעה, לא הוצאה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מי שמתפרנס מהתפקיד מתחייב אליו: מגיע לכל דיון, מוכן, ולאורך זמן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פחות תחלופה = פחות חפיפות, ויותר היכרות אישית עם חברי הכנסת והיועצים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דיון שחסכנו עליו עולה מעט. דיון שפספסנו עולה בחוק שעבר בלעדינו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הוצאות · שלושה מודלים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43037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3037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37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אידיאלי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4477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צוות מלא בשכר מספק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37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37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379,200 ₪ בשנה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07346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07346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7346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5917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7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1,975 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7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7477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7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25917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77477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7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25917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77477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7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5917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7477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197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5917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377477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0197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25917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325917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400 ₪ חצי יום · 600 ₪ יום מלא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5917" y="6080760"/>
            <a:ext cx="327141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מימון: כ-6 שותפים מייסדים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77259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77259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7259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ביניים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8699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בלי נציג 4 · דירקטוריון ואקטיביסטים משלימים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55768" y="1033272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55768" y="1033272"/>
            <a:ext cx="128016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המלצה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7259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23,050 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77259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276,600 ₪ בשנה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41568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41568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1568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60139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60139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1,440 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60139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11699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4419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139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511699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4419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60139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511699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14419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460139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511699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3 דיונים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14419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1,050 ₪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460139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511699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3 דיונים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14419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460139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460139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60139" y="6080760"/>
            <a:ext cx="327141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מימון: כ-5 שותפים מייסדים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1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11481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1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רזה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1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מינימום דיונים · איש תוכן משותף עם 'על המשמעות'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1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18,250 ₪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1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219,000 ₪ בשנה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275790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75790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75790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94361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1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1,400 ₪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361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45921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8641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94361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645921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1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94361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1645921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משותף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1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2,500 ₪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94361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645921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1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94361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645921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8641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94361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94361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94361" y="6080760"/>
            <a:ext cx="327141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מימון: כ-4 שותפים מייסדים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1480" y="6419088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כל נותני השירות פרילנסרים · תמיר דורטל ללא שכר · שותף מייסד = 5,000 ₪ בחודש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