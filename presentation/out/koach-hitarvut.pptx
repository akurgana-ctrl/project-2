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כח התערבות · כנסת 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764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3664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79686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5708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1730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877527" y="1371600"/>
            <a:ext cx="45720" cy="4572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0559" y="217627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0586333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1624764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11561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606462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624764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11561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06462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1624764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11561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606462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1624764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011561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606462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624764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115613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06462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624764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115613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606462" y="576072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447696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6713263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5222400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713263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5222400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6713263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222400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713263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081922" y="2999232"/>
            <a:ext cx="45720" cy="3657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3347489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1856626" y="374904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3347489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1856626" y="415137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347489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1856626" y="455371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3347489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1856626" y="495604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3347489" y="535838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 166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1024128"/>
            <a:ext cx="11368735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98448"/>
            <a:ext cx="1530052" cy="60350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353312"/>
            <a:ext cx="1530052" cy="31382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630375"/>
            <a:ext cx="1530052" cy="24140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901952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210312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15798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38475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43031" y="3182112"/>
            <a:ext cx="4637181" cy="296265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72901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2901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2901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252773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52773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43622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43622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34471" y="367588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34471" y="367588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52773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52773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743622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43622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34471" y="4078224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34471" y="4078224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52773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52773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43622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43622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234471" y="4480560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34471" y="4480560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252773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52773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743622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43622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34471" y="4882896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34471" y="4882896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52773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52773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43622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43622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234471" y="5285232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34471" y="5285232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252773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52773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743622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43622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234471" y="5687568"/>
            <a:ext cx="1435999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234471" y="5687568"/>
            <a:ext cx="1435999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777257" y="3182112"/>
            <a:ext cx="3091454" cy="215798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134264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34264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34264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5359560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359560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868697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68697" y="3675888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359560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59560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868697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68697" y="4078224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359560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359560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868697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868697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359560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359560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11483" y="3182112"/>
            <a:ext cx="3091454" cy="2560320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768490" y="2926080"/>
            <a:ext cx="2377440" cy="51206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68490" y="2980944"/>
            <a:ext cx="2377440" cy="266273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490" y="3207715"/>
            <a:ext cx="2377440" cy="204825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993786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993786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993786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2923" y="3675888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2923" y="3675888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2923" y="3866814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993786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993786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993786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02923" y="4078224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3" y="4078224"/>
            <a:ext cx="1417711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02923" y="4269150"/>
            <a:ext cx="1417711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993786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993786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3" y="4480560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02923" y="4480560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993786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993786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502923" y="4882896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02923" y="4882896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993786" y="5285232"/>
            <a:ext cx="1417711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993786" y="5285232"/>
            <a:ext cx="1417711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095847" y="2615184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 118"/>
          <p:cNvCxnSpPr/>
          <p:nvPr/>
        </p:nvCxnSpPr>
        <p:spPr>
          <a:xfrm>
            <a:off x="1957210" y="2770632"/>
            <a:ext cx="7504411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 119"/>
          <p:cNvCxnSpPr/>
          <p:nvPr/>
        </p:nvCxnSpPr>
        <p:spPr>
          <a:xfrm>
            <a:off x="9461621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 120"/>
          <p:cNvCxnSpPr/>
          <p:nvPr/>
        </p:nvCxnSpPr>
        <p:spPr>
          <a:xfrm>
            <a:off x="5322984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nector 121"/>
          <p:cNvCxnSpPr/>
          <p:nvPr/>
        </p:nvCxnSpPr>
        <p:spPr>
          <a:xfrm>
            <a:off x="1957210" y="2770632"/>
            <a:ext cx="0" cy="15544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Oval 122"/>
          <p:cNvSpPr/>
          <p:nvPr/>
        </p:nvSpPr>
        <p:spPr>
          <a:xfrm>
            <a:off x="11594592" y="6492240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46988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25" name="Oval 124"/>
          <p:cNvSpPr/>
          <p:nvPr/>
        </p:nvSpPr>
        <p:spPr>
          <a:xfrm>
            <a:off x="10268712" y="6492240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27" name="Oval 126"/>
          <p:cNvSpPr/>
          <p:nvPr/>
        </p:nvSpPr>
        <p:spPr>
          <a:xfrm>
            <a:off x="8942832" y="6492240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81812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29" name="Oval 128"/>
          <p:cNvSpPr/>
          <p:nvPr/>
        </p:nvSpPr>
        <p:spPr>
          <a:xfrm>
            <a:off x="7616952" y="6492240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492240" y="6419088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